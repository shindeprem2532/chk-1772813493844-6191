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5FE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39041-38DF-4874-8D50-464EFE791615}" v="10" dt="2026-03-11T04:58:25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15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Shinde" userId="5455fd3d71c88d7e" providerId="LiveId" clId="{78218BCF-CA6C-4D6D-A109-87D41EBE41D2}"/>
    <pc:docChg chg="undo custSel modSld">
      <pc:chgData name="Prem Shinde" userId="5455fd3d71c88d7e" providerId="LiveId" clId="{78218BCF-CA6C-4D6D-A109-87D41EBE41D2}" dt="2026-03-11T05:15:13.846" v="388" actId="14100"/>
      <pc:docMkLst>
        <pc:docMk/>
      </pc:docMkLst>
      <pc:sldChg chg="modSp mod modTransition">
        <pc:chgData name="Prem Shinde" userId="5455fd3d71c88d7e" providerId="LiveId" clId="{78218BCF-CA6C-4D6D-A109-87D41EBE41D2}" dt="2026-03-11T05:14:32.072" v="386" actId="14100"/>
        <pc:sldMkLst>
          <pc:docMk/>
          <pc:sldMk cId="0" sldId="256"/>
        </pc:sldMkLst>
        <pc:spChg chg="mod">
          <ac:chgData name="Prem Shinde" userId="5455fd3d71c88d7e" providerId="LiveId" clId="{78218BCF-CA6C-4D6D-A109-87D41EBE41D2}" dt="2026-03-11T03:51:18.717" v="2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em Shinde" userId="5455fd3d71c88d7e" providerId="LiveId" clId="{78218BCF-CA6C-4D6D-A109-87D41EBE41D2}" dt="2026-03-11T05:14:32.072" v="386" actId="14100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4:58:51.393" v="173" actId="20577"/>
        <pc:sldMkLst>
          <pc:docMk/>
          <pc:sldMk cId="0" sldId="257"/>
        </pc:sldMkLst>
        <pc:spChg chg="mod">
          <ac:chgData name="Prem Shinde" userId="5455fd3d71c88d7e" providerId="LiveId" clId="{78218BCF-CA6C-4D6D-A109-87D41EBE41D2}" dt="2026-03-11T03:52:15.467" v="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rem Shinde" userId="5455fd3d71c88d7e" providerId="LiveId" clId="{78218BCF-CA6C-4D6D-A109-87D41EBE41D2}" dt="2026-03-11T04:58:51.393" v="173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Prem Shinde" userId="5455fd3d71c88d7e" providerId="LiveId" clId="{78218BCF-CA6C-4D6D-A109-87D41EBE41D2}" dt="2026-03-11T04:58:33.608" v="170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5:13:09.738" v="380" actId="255"/>
        <pc:sldMkLst>
          <pc:docMk/>
          <pc:sldMk cId="0" sldId="258"/>
        </pc:sldMkLst>
        <pc:spChg chg="mod">
          <ac:chgData name="Prem Shinde" userId="5455fd3d71c88d7e" providerId="LiveId" clId="{78218BCF-CA6C-4D6D-A109-87D41EBE41D2}" dt="2026-03-11T04:00:47.638" v="4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Prem Shinde" userId="5455fd3d71c88d7e" providerId="LiveId" clId="{78218BCF-CA6C-4D6D-A109-87D41EBE41D2}" dt="2026-03-11T05:13:09.738" v="380" actId="255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5:13:25.493" v="382" actId="255"/>
        <pc:sldMkLst>
          <pc:docMk/>
          <pc:sldMk cId="0" sldId="259"/>
        </pc:sldMkLst>
        <pc:spChg chg="mod">
          <ac:chgData name="Prem Shinde" userId="5455fd3d71c88d7e" providerId="LiveId" clId="{78218BCF-CA6C-4D6D-A109-87D41EBE41D2}" dt="2026-03-11T05:13:25.493" v="382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Prem Shinde" userId="5455fd3d71c88d7e" providerId="LiveId" clId="{78218BCF-CA6C-4D6D-A109-87D41EBE41D2}" dt="2026-03-11T04:04:23.071" v="66" actId="115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Prem Shinde" userId="5455fd3d71c88d7e" providerId="LiveId" clId="{78218BCF-CA6C-4D6D-A109-87D41EBE41D2}" dt="2026-03-11T05:12:34.366" v="379" actId="14100"/>
        <pc:sldMkLst>
          <pc:docMk/>
          <pc:sldMk cId="0" sldId="260"/>
        </pc:sldMkLst>
        <pc:spChg chg="add del">
          <ac:chgData name="Prem Shinde" userId="5455fd3d71c88d7e" providerId="LiveId" clId="{78218BCF-CA6C-4D6D-A109-87D41EBE41D2}" dt="2026-03-11T05:00:39.356" v="195" actId="478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Prem Shinde" userId="5455fd3d71c88d7e" providerId="LiveId" clId="{78218BCF-CA6C-4D6D-A109-87D41EBE41D2}" dt="2026-03-11T05:04:34.352" v="326" actId="14100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Prem Shinde" userId="5455fd3d71c88d7e" providerId="LiveId" clId="{78218BCF-CA6C-4D6D-A109-87D41EBE41D2}" dt="2026-03-11T05:01:48.826" v="290"/>
          <ac:spMkLst>
            <pc:docMk/>
            <pc:sldMk cId="0" sldId="260"/>
            <ac:spMk id="4" creationId="{00000000-0000-0000-0000-000000000000}"/>
          </ac:spMkLst>
        </pc:spChg>
        <pc:picChg chg="add del mod">
          <ac:chgData name="Prem Shinde" userId="5455fd3d71c88d7e" providerId="LiveId" clId="{78218BCF-CA6C-4D6D-A109-87D41EBE41D2}" dt="2026-03-11T05:01:48.824" v="288" actId="478"/>
          <ac:picMkLst>
            <pc:docMk/>
            <pc:sldMk cId="0" sldId="260"/>
            <ac:picMk id="6" creationId="{8FEE09C2-39E5-BB59-8EEF-0D71B0C204B5}"/>
          </ac:picMkLst>
        </pc:picChg>
        <pc:picChg chg="add del mod">
          <ac:chgData name="Prem Shinde" userId="5455fd3d71c88d7e" providerId="LiveId" clId="{78218BCF-CA6C-4D6D-A109-87D41EBE41D2}" dt="2026-03-11T05:01:48.824" v="288" actId="478"/>
          <ac:picMkLst>
            <pc:docMk/>
            <pc:sldMk cId="0" sldId="260"/>
            <ac:picMk id="8" creationId="{774B91BD-65FF-D637-A552-41B56572E7CE}"/>
          </ac:picMkLst>
        </pc:picChg>
        <pc:picChg chg="add del mod">
          <ac:chgData name="Prem Shinde" userId="5455fd3d71c88d7e" providerId="LiveId" clId="{78218BCF-CA6C-4D6D-A109-87D41EBE41D2}" dt="2026-03-11T05:01:48.824" v="288" actId="478"/>
          <ac:picMkLst>
            <pc:docMk/>
            <pc:sldMk cId="0" sldId="260"/>
            <ac:picMk id="10" creationId="{974F9ED5-7CED-E7ED-9EBF-5A5D932F185D}"/>
          </ac:picMkLst>
        </pc:picChg>
        <pc:picChg chg="add del mod">
          <ac:chgData name="Prem Shinde" userId="5455fd3d71c88d7e" providerId="LiveId" clId="{78218BCF-CA6C-4D6D-A109-87D41EBE41D2}" dt="2026-03-11T05:01:48.824" v="288" actId="478"/>
          <ac:picMkLst>
            <pc:docMk/>
            <pc:sldMk cId="0" sldId="260"/>
            <ac:picMk id="12" creationId="{A318116D-4CE3-20A6-8281-D3DBDA97BF81}"/>
          </ac:picMkLst>
        </pc:picChg>
        <pc:picChg chg="add del mod">
          <ac:chgData name="Prem Shinde" userId="5455fd3d71c88d7e" providerId="LiveId" clId="{78218BCF-CA6C-4D6D-A109-87D41EBE41D2}" dt="2026-03-11T05:01:48.824" v="288" actId="478"/>
          <ac:picMkLst>
            <pc:docMk/>
            <pc:sldMk cId="0" sldId="260"/>
            <ac:picMk id="14" creationId="{4AD7AEE7-ED76-1661-A2A3-9E295F3034CD}"/>
          </ac:picMkLst>
        </pc:picChg>
        <pc:picChg chg="add mod">
          <ac:chgData name="Prem Shinde" userId="5455fd3d71c88d7e" providerId="LiveId" clId="{78218BCF-CA6C-4D6D-A109-87D41EBE41D2}" dt="2026-03-11T05:09:07.640" v="373" actId="14100"/>
          <ac:picMkLst>
            <pc:docMk/>
            <pc:sldMk cId="0" sldId="260"/>
            <ac:picMk id="16" creationId="{3222C110-0153-EE35-96A7-233140E2BB70}"/>
          </ac:picMkLst>
        </pc:picChg>
        <pc:picChg chg="add del mod">
          <ac:chgData name="Prem Shinde" userId="5455fd3d71c88d7e" providerId="LiveId" clId="{78218BCF-CA6C-4D6D-A109-87D41EBE41D2}" dt="2026-03-11T05:02:14.623" v="295" actId="478"/>
          <ac:picMkLst>
            <pc:docMk/>
            <pc:sldMk cId="0" sldId="260"/>
            <ac:picMk id="18" creationId="{0D283AA4-3F0C-E27F-6043-2E33125EC3E7}"/>
          </ac:picMkLst>
        </pc:picChg>
        <pc:picChg chg="add mod">
          <ac:chgData name="Prem Shinde" userId="5455fd3d71c88d7e" providerId="LiveId" clId="{78218BCF-CA6C-4D6D-A109-87D41EBE41D2}" dt="2026-03-11T05:12:34.366" v="379" actId="14100"/>
          <ac:picMkLst>
            <pc:docMk/>
            <pc:sldMk cId="0" sldId="260"/>
            <ac:picMk id="20" creationId="{59B4B0B0-56F5-3B12-9427-4D9DA6B5EFDE}"/>
          </ac:picMkLst>
        </pc:picChg>
        <pc:picChg chg="add mod">
          <ac:chgData name="Prem Shinde" userId="5455fd3d71c88d7e" providerId="LiveId" clId="{78218BCF-CA6C-4D6D-A109-87D41EBE41D2}" dt="2026-03-11T05:08:12.885" v="362" actId="1076"/>
          <ac:picMkLst>
            <pc:docMk/>
            <pc:sldMk cId="0" sldId="260"/>
            <ac:picMk id="22" creationId="{68E2C790-EEE5-6D5A-6189-1F59669281BD}"/>
          </ac:picMkLst>
        </pc:picChg>
        <pc:picChg chg="add del mod">
          <ac:chgData name="Prem Shinde" userId="5455fd3d71c88d7e" providerId="LiveId" clId="{78218BCF-CA6C-4D6D-A109-87D41EBE41D2}" dt="2026-03-11T05:07:37" v="353" actId="478"/>
          <ac:picMkLst>
            <pc:docMk/>
            <pc:sldMk cId="0" sldId="260"/>
            <ac:picMk id="24" creationId="{D36E49EB-FE47-3AAF-4C2C-734EFB528A3C}"/>
          </ac:picMkLst>
        </pc:picChg>
        <pc:picChg chg="add del mod">
          <ac:chgData name="Prem Shinde" userId="5455fd3d71c88d7e" providerId="LiveId" clId="{78218BCF-CA6C-4D6D-A109-87D41EBE41D2}" dt="2026-03-11T05:05:32.796" v="335" actId="478"/>
          <ac:picMkLst>
            <pc:docMk/>
            <pc:sldMk cId="0" sldId="260"/>
            <ac:picMk id="26" creationId="{2387363A-525D-DD98-FDAE-3E9D1D97D000}"/>
          </ac:picMkLst>
        </pc:picChg>
        <pc:picChg chg="add mod">
          <ac:chgData name="Prem Shinde" userId="5455fd3d71c88d7e" providerId="LiveId" clId="{78218BCF-CA6C-4D6D-A109-87D41EBE41D2}" dt="2026-03-11T05:09:25.830" v="376" actId="14100"/>
          <ac:picMkLst>
            <pc:docMk/>
            <pc:sldMk cId="0" sldId="260"/>
            <ac:picMk id="28" creationId="{EED3AEAF-2F5B-8686-7A7A-575C06F8B34C}"/>
          </ac:picMkLst>
        </pc:picChg>
      </pc:sldChg>
      <pc:sldChg chg="modSp mod">
        <pc:chgData name="Prem Shinde" userId="5455fd3d71c88d7e" providerId="LiveId" clId="{78218BCF-CA6C-4D6D-A109-87D41EBE41D2}" dt="2026-03-11T05:15:13.846" v="388" actId="14100"/>
        <pc:sldMkLst>
          <pc:docMk/>
          <pc:sldMk cId="0" sldId="261"/>
        </pc:sldMkLst>
        <pc:spChg chg="mod">
          <ac:chgData name="Prem Shinde" userId="5455fd3d71c88d7e" providerId="LiveId" clId="{78218BCF-CA6C-4D6D-A109-87D41EBE41D2}" dt="2026-03-11T04:08:10.732" v="83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Prem Shinde" userId="5455fd3d71c88d7e" providerId="LiveId" clId="{78218BCF-CA6C-4D6D-A109-87D41EBE41D2}" dt="2026-03-11T05:15:13.846" v="388" actId="1410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5:13:45.236" v="384" actId="255"/>
        <pc:sldMkLst>
          <pc:docMk/>
          <pc:sldMk cId="0" sldId="262"/>
        </pc:sldMkLst>
        <pc:spChg chg="mod">
          <ac:chgData name="Prem Shinde" userId="5455fd3d71c88d7e" providerId="LiveId" clId="{78218BCF-CA6C-4D6D-A109-87D41EBE41D2}" dt="2026-03-11T05:13:45.236" v="384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Prem Shinde" userId="5455fd3d71c88d7e" providerId="LiveId" clId="{78218BCF-CA6C-4D6D-A109-87D41EBE41D2}" dt="2026-03-11T04:09:02.383" v="88" actId="11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4:54:27.008" v="102" actId="207"/>
        <pc:sldMkLst>
          <pc:docMk/>
          <pc:sldMk cId="0" sldId="264"/>
        </pc:sldMkLst>
        <pc:spChg chg="mod">
          <ac:chgData name="Prem Shinde" userId="5455fd3d71c88d7e" providerId="LiveId" clId="{78218BCF-CA6C-4D6D-A109-87D41EBE41D2}" dt="2026-03-11T04:54:27.008" v="102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Prem Shinde" userId="5455fd3d71c88d7e" providerId="LiveId" clId="{78218BCF-CA6C-4D6D-A109-87D41EBE41D2}" dt="2026-03-11T05:13:17.498" v="381" actId="255"/>
        <pc:sldMkLst>
          <pc:docMk/>
          <pc:sldMk cId="1143876920" sldId="265"/>
        </pc:sldMkLst>
        <pc:spChg chg="mod">
          <ac:chgData name="Prem Shinde" userId="5455fd3d71c88d7e" providerId="LiveId" clId="{78218BCF-CA6C-4D6D-A109-87D41EBE41D2}" dt="2026-03-11T05:13:17.498" v="381" actId="255"/>
          <ac:spMkLst>
            <pc:docMk/>
            <pc:sldMk cId="1143876920" sldId="265"/>
            <ac:spMk id="2" creationId="{10F4C2C6-3D22-53FD-118B-790C6B0C0800}"/>
          </ac:spMkLst>
        </pc:spChg>
        <pc:spChg chg="mod">
          <ac:chgData name="Prem Shinde" userId="5455fd3d71c88d7e" providerId="LiveId" clId="{78218BCF-CA6C-4D6D-A109-87D41EBE41D2}" dt="2026-03-11T04:03:59.678" v="63" actId="20577"/>
          <ac:spMkLst>
            <pc:docMk/>
            <pc:sldMk cId="1143876920" sldId="265"/>
            <ac:spMk id="3" creationId="{79CF926D-91AD-4962-2FC9-B8E4F54034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418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41172" y="323880"/>
            <a:ext cx="6868868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600" b="1" dirty="0" err="1">
                <a:solidFill>
                  <a:srgbClr val="FFFFFF"/>
                </a:solidFill>
              </a:rPr>
              <a:t>Chakravyuh</a:t>
            </a:r>
            <a:r>
              <a:rPr lang="en-IN" sz="3600" b="1" dirty="0">
                <a:solidFill>
                  <a:srgbClr val="FFFFFF"/>
                </a:solidFill>
              </a:rPr>
              <a:t> 2.0</a:t>
            </a:r>
            <a:r>
              <a:rPr sz="3600" b="1" dirty="0">
                <a:solidFill>
                  <a:srgbClr val="FFFFFF"/>
                </a:solidFill>
              </a:rPr>
              <a:t> </a:t>
            </a:r>
            <a:endParaRPr lang="en-IN" sz="3600" b="1" dirty="0">
              <a:solidFill>
                <a:srgbClr val="FFFFFF"/>
              </a:solidFill>
            </a:endParaRPr>
          </a:p>
          <a:p>
            <a:pPr algn="ctr"/>
            <a:r>
              <a:rPr sz="4800" b="1" dirty="0">
                <a:solidFill>
                  <a:srgbClr val="FFFFFF"/>
                </a:solidFill>
              </a:rPr>
              <a:t>Final </a:t>
            </a:r>
            <a:r>
              <a:rPr lang="en-IN" sz="4800" b="1" dirty="0">
                <a:solidFill>
                  <a:srgbClr val="FFFFFF"/>
                </a:solidFill>
              </a:rPr>
              <a:t>Judging </a:t>
            </a:r>
            <a:r>
              <a:rPr sz="4800" b="1" dirty="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1601"/>
            <a:ext cx="121889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dirty="0">
                <a:solidFill>
                  <a:srgbClr val="C8C8FF"/>
                </a:solidFill>
              </a:rPr>
              <a:t>Project Title </a:t>
            </a:r>
            <a:r>
              <a:rPr lang="en-IN" sz="3200" dirty="0">
                <a:solidFill>
                  <a:srgbClr val="C8C8FF"/>
                </a:solidFill>
              </a:rPr>
              <a:t>: </a:t>
            </a:r>
            <a:r>
              <a:rPr lang="en-IN" sz="3200" dirty="0">
                <a:solidFill>
                  <a:srgbClr val="FF0000"/>
                </a:solidFill>
              </a:rPr>
              <a:t>Ghost-Free Vault</a:t>
            </a:r>
            <a:endParaRPr lang="en-IN" sz="3200" dirty="0">
              <a:solidFill>
                <a:srgbClr val="C8C8FF"/>
              </a:solidFill>
            </a:endParaRPr>
          </a:p>
          <a:p>
            <a:r>
              <a:rPr sz="3200" dirty="0">
                <a:solidFill>
                  <a:srgbClr val="C8C8FF"/>
                </a:solidFill>
              </a:rPr>
              <a:t>Team Name</a:t>
            </a:r>
            <a:r>
              <a:rPr lang="en-IN" sz="3200" dirty="0">
                <a:solidFill>
                  <a:srgbClr val="C8C8FF"/>
                </a:solidFill>
              </a:rPr>
              <a:t>: </a:t>
            </a:r>
            <a:r>
              <a:rPr lang="en-US" sz="3200" b="1" dirty="0">
                <a:solidFill>
                  <a:srgbClr val="FFFF00"/>
                </a:solidFill>
                <a:latin typeface="Garamond" panose="02020404030301010803" pitchFamily="18" charset="0"/>
              </a:rPr>
              <a:t>UG ENGINEERS</a:t>
            </a:r>
            <a:r>
              <a:rPr lang="en-IN" sz="3200" b="1" dirty="0">
                <a:solidFill>
                  <a:srgbClr val="FFFF00"/>
                </a:solidFill>
                <a:latin typeface="Garamond" panose="02020404030301010803" pitchFamily="18" charset="0"/>
              </a:rPr>
              <a:t>™</a:t>
            </a:r>
            <a:endParaRPr lang="en-IN" sz="3200" dirty="0">
              <a:solidFill>
                <a:srgbClr val="FFFF00"/>
              </a:solidFill>
            </a:endParaRPr>
          </a:p>
          <a:p>
            <a:r>
              <a:rPr lang="en-IN" sz="3200" dirty="0">
                <a:solidFill>
                  <a:srgbClr val="C8C8FF"/>
                </a:solidFill>
              </a:rPr>
              <a:t>Team Members: </a:t>
            </a:r>
            <a:r>
              <a:rPr lang="en-IN" sz="3200" dirty="0">
                <a:solidFill>
                  <a:srgbClr val="FF0000"/>
                </a:solidFill>
              </a:rPr>
              <a:t>PREM, PRANAV, AKHILESH, SAMARTH</a:t>
            </a:r>
          </a:p>
          <a:p>
            <a:endParaRPr lang="en-IN" sz="3200" dirty="0">
              <a:solidFill>
                <a:srgbClr val="FF0000"/>
              </a:solidFill>
            </a:endParaRPr>
          </a:p>
          <a:p>
            <a:r>
              <a:rPr lang="en-IN" sz="3200" b="1" dirty="0">
                <a:solidFill>
                  <a:srgbClr val="FF9933"/>
                </a:solidFill>
                <a:latin typeface="Castellar" panose="020A0402060406010301" pitchFamily="18" charset="0"/>
              </a:rPr>
              <a:t>Department Of First Year- General Engineering</a:t>
            </a:r>
          </a:p>
          <a:p>
            <a:endParaRPr lang="en-IN" sz="2400" dirty="0">
              <a:solidFill>
                <a:srgbClr val="C8C8FF"/>
              </a:solidFill>
            </a:endParaRPr>
          </a:p>
          <a:p>
            <a:endParaRPr sz="2400" dirty="0">
              <a:solidFill>
                <a:srgbClr val="C8C8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5635E-623C-FCA1-0406-5EEF31AC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631" y="0"/>
            <a:ext cx="3326130" cy="2217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D53CB-8C5B-8AD3-B44A-CC1F973A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040" y="-10376"/>
            <a:ext cx="3326130" cy="2217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7836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🚀 </a:t>
            </a:r>
            <a:r>
              <a:rPr sz="3600" b="1" u="sng" dirty="0">
                <a:solidFill>
                  <a:srgbClr val="FFFF00"/>
                </a:solidFill>
              </a:rPr>
              <a:t>Problem Statement</a:t>
            </a:r>
            <a:r>
              <a:rPr lang="en-US" sz="3600" b="1" u="sng" dirty="0">
                <a:solidFill>
                  <a:srgbClr val="FFFF00"/>
                </a:solidFill>
              </a:rPr>
              <a:t>:</a:t>
            </a:r>
            <a:endParaRPr sz="3600" b="1" u="sng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599" y="1828800"/>
            <a:ext cx="9711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In the modern digital economy, consumers face "Subscription Fatigue," where small, recurring "ghost" payments for forgotten services accumulate into significant annual financial waste.</a:t>
            </a:r>
            <a:endParaRPr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60712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🛰️ </a:t>
            </a:r>
            <a:r>
              <a:rPr sz="3600" b="1" u="sng" dirty="0">
                <a:solidFill>
                  <a:srgbClr val="FFFFFF"/>
                </a:solidFill>
              </a:rPr>
              <a:t>Proposed Solution</a:t>
            </a:r>
            <a:r>
              <a:rPr lang="en-US" sz="3600" b="1" u="sng" dirty="0">
                <a:solidFill>
                  <a:srgbClr val="FFFFFF"/>
                </a:solidFill>
              </a:rPr>
              <a:t>:</a:t>
            </a:r>
            <a:endParaRPr sz="3600" b="1" u="sng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1399081"/>
            <a:ext cx="10017486" cy="5447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>
                <a:solidFill>
                  <a:srgbClr val="FFFF00"/>
                </a:solidFill>
                <a:latin typeface="Garamond" panose="02020404030301010803" pitchFamily="18" charset="0"/>
              </a:rPr>
              <a:t>THE SOLUTION:</a:t>
            </a:r>
          </a:p>
          <a:p>
            <a:endParaRPr lang="en-IN" sz="2400" b="1" spc="-150" dirty="0">
              <a:solidFill>
                <a:srgbClr val="FF0000"/>
              </a:solidFill>
              <a:latin typeface="Garamond" panose="02020404030301010803" pitchFamily="18" charset="0"/>
              <a:cs typeface="Poppins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Montserrat" panose="00000500000000000000" pitchFamily="2" charset="0"/>
              </a:rPr>
              <a:t>Privacy-First Design: 100% Local Storage based. Your financial data never </a:t>
            </a:r>
          </a:p>
          <a:p>
            <a:r>
              <a:rPr lang="en-US" sz="2000" dirty="0">
                <a:solidFill>
                  <a:srgbClr val="FF0000"/>
                </a:solidFill>
                <a:latin typeface="Montserrat" panose="00000500000000000000" pitchFamily="2" charset="0"/>
              </a:rPr>
              <a:t>touches a server.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Automated Math: Instantly converts monthly costs into "Yearly Waste" to </a:t>
            </a:r>
          </a:p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trigger psychological 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Montserrat" panose="00000500000000000000" pitchFamily="2" charset="0"/>
              </a:rPr>
              <a:t>Kill-Date Countdown: A dedicated field for the exact date you must cancel,</a:t>
            </a:r>
          </a:p>
          <a:p>
            <a:r>
              <a:rPr lang="en-US" sz="2000" dirty="0">
                <a:solidFill>
                  <a:srgbClr val="FF0000"/>
                </a:solidFill>
                <a:latin typeface="Montserrat" panose="00000500000000000000" pitchFamily="2" charset="0"/>
              </a:rPr>
              <a:t> prioritized in the UI.</a:t>
            </a:r>
          </a:p>
          <a:p>
            <a:r>
              <a:rPr lang="en-US" sz="20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Zero Budget/Zero Friction: No account creation required to start; works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instantly on any browser.</a:t>
            </a:r>
            <a:endParaRPr lang="en-ID" sz="2000" b="1" dirty="0">
              <a:solidFill>
                <a:schemeClr val="accent6">
                  <a:lumMod val="20000"/>
                  <a:lumOff val="80000"/>
                </a:schemeClr>
              </a:solidFill>
              <a:latin typeface="Montserrat" panose="00000500000000000000" pitchFamily="2" charset="0"/>
            </a:endParaRPr>
          </a:p>
          <a:p>
            <a:endParaRPr lang="en-ID" sz="2400" b="1" spc="-150" dirty="0">
              <a:solidFill>
                <a:srgbClr val="FF0000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  <a:p>
            <a:endParaRPr sz="2200" dirty="0">
              <a:solidFill>
                <a:srgbClr val="FF0000"/>
              </a:solidFill>
            </a:endParaRPr>
          </a:p>
          <a:p>
            <a:endParaRPr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648E-9CAF-0465-C35A-3C9F2305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F4C2C6-3D22-53FD-118B-790C6B0C0800}"/>
              </a:ext>
            </a:extLst>
          </p:cNvPr>
          <p:cNvSpPr/>
          <p:nvPr/>
        </p:nvSpPr>
        <p:spPr>
          <a:xfrm>
            <a:off x="25400" y="-53697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Zero-Friction Entry: No accounts or logins; immediate utility upon opening.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Psychological Pivot: Shifts focus from "cheap monthly" to "expensive yearly" spending.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Local-First Logic: Uses local Storage for persistence without external servers.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Minimalist Efficiency: Solves one problem (subscription fatigue) without feature bloat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F926D-91AD-4962-2FC9-B8E4F5403436}"/>
              </a:ext>
            </a:extLst>
          </p:cNvPr>
          <p:cNvSpPr txBox="1"/>
          <p:nvPr/>
        </p:nvSpPr>
        <p:spPr>
          <a:xfrm>
            <a:off x="541020" y="559257"/>
            <a:ext cx="62985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🛰️ </a:t>
            </a:r>
            <a:r>
              <a:rPr lang="en-IN" sz="3600" b="1" u="sng" dirty="0">
                <a:solidFill>
                  <a:srgbClr val="FFFF00"/>
                </a:solidFill>
              </a:rPr>
              <a:t>Innovation and Uniqueness:</a:t>
            </a:r>
            <a:endParaRPr sz="3600" b="1" u="sng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87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b="1" u="sng" dirty="0">
                <a:solidFill>
                  <a:srgbClr val="FF0000"/>
                </a:solidFill>
              </a:rPr>
              <a:t>Frontend: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HTML5/CSS3 (Responsive UI).</a:t>
            </a:r>
          </a:p>
          <a:p>
            <a:pPr marL="457200" indent="-4572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Logic: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Vanilla JavaScript (Calculations &amp; DOM updates).</a:t>
            </a:r>
          </a:p>
          <a:p>
            <a:pPr marL="457200" indent="-4572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Storage: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Web Storage API (local Storage) for data persistence.</a:t>
            </a:r>
          </a:p>
          <a:p>
            <a:pPr marL="457200" indent="-4572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Process: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User Input → JS Logic → Local Persistence → UI Render.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5900" y="426045"/>
            <a:ext cx="10218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🧩 </a:t>
            </a:r>
            <a:r>
              <a:rPr sz="3600" b="1" u="sng" dirty="0">
                <a:solidFill>
                  <a:srgbClr val="FFFF00"/>
                </a:solidFill>
              </a:rPr>
              <a:t>System Architecture</a:t>
            </a:r>
            <a:r>
              <a:rPr lang="en-US" sz="3600" b="1" u="sng" dirty="0">
                <a:solidFill>
                  <a:srgbClr val="FFFF00"/>
                </a:solidFill>
              </a:rPr>
              <a:t>:</a:t>
            </a:r>
            <a:endParaRPr sz="3600" b="1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7000"/>
            <a:ext cx="12014200" cy="66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22C110-0153-EE35-96A7-233140E2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67" y="3542400"/>
            <a:ext cx="4106333" cy="27983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B4B0B0-56F5-3B12-9427-4D9DA6B5E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30" y="220822"/>
            <a:ext cx="5484370" cy="33215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2C790-EEE5-6D5A-6189-1F5966928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732"/>
            <a:ext cx="4458547" cy="32791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D3AEAF-2F5B-8686-7A7A-575C06F8B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883" y="3424873"/>
            <a:ext cx="5051550" cy="318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2120" y="400050"/>
            <a:ext cx="44759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🌍 </a:t>
            </a:r>
            <a:r>
              <a:rPr sz="3600" b="1" u="sng" dirty="0">
                <a:solidFill>
                  <a:srgbClr val="FFFF00"/>
                </a:solidFill>
              </a:rPr>
              <a:t>Impact &amp; Benefits</a:t>
            </a:r>
            <a:r>
              <a:rPr lang="en-US" sz="3600" b="1" u="sng" dirty="0">
                <a:solidFill>
                  <a:srgbClr val="FFFF00"/>
                </a:solidFill>
              </a:rPr>
              <a:t>:</a:t>
            </a:r>
            <a:endParaRPr sz="3600" b="1" u="sng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314450"/>
            <a:ext cx="110032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Financial Awareness: It actively stops the "silent drain" on your wallet by forcing you to log and look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at your recurring expenses.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 Long-Term Perspective: By automatically calculating your "Estimated Yearly Waste" </a:t>
            </a:r>
          </a:p>
          <a:p>
            <a:r>
              <a:rPr lang="en-US" sz="2000" dirty="0">
                <a:solidFill>
                  <a:schemeClr val="bg1"/>
                </a:solidFill>
              </a:rPr>
              <a:t>(your monthly costs multiplied by 12), it reveals the true, often surprising, annual cost of small </a:t>
            </a:r>
          </a:p>
          <a:p>
            <a:r>
              <a:rPr lang="en-US" sz="2000" dirty="0">
                <a:solidFill>
                  <a:schemeClr val="bg1"/>
                </a:solidFill>
              </a:rPr>
              <a:t>subscriptions.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Centralized Tracking: It acts as a single, organized "vault" to see exactly where your money is going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every month.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Persistent Memory: Because it uses your browser's local storage (local Storage), it remembers your</a:t>
            </a:r>
          </a:p>
          <a:p>
            <a:r>
              <a:rPr lang="en-US" sz="2000" dirty="0">
                <a:solidFill>
                  <a:schemeClr val="bg1"/>
                </a:solidFill>
              </a:rPr>
              <a:t> subscriptions even after you close the page, serving as a reliable long-term tracker.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Easy Maintenance: The simple "Remove" function lets you quickly update your budget the moment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decide to cancel a service.</a:t>
            </a:r>
            <a:endParaRPr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Cloud Integration: </a:t>
            </a:r>
            <a:r>
              <a:rPr lang="en-IN" sz="2000" dirty="0">
                <a:solidFill>
                  <a:schemeClr val="bg1"/>
                </a:solidFill>
              </a:rPr>
              <a:t>Move to NoSQL (Firebase/MongoDB) for multi-device sync.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Automation: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Integrate Plaid API for real-time bank transaction fetching.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AI Insights: </a:t>
            </a:r>
            <a:r>
              <a:rPr lang="en-IN" sz="2000" dirty="0">
                <a:solidFill>
                  <a:schemeClr val="bg1"/>
                </a:solidFill>
              </a:rPr>
              <a:t>Machine learning to predict price hikes and suggest cancellations.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solidFill>
                  <a:srgbClr val="FF0000"/>
                </a:solidFill>
              </a:rPr>
              <a:t>Extensions: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Browser plugin to detect and log "Free Trials" automatically</a:t>
            </a:r>
            <a:r>
              <a:rPr lang="en-IN" sz="2000" dirty="0"/>
              <a:t>.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8620" y="544830"/>
            <a:ext cx="60206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📈 </a:t>
            </a:r>
            <a:r>
              <a:rPr sz="3600" b="1" u="sng" dirty="0">
                <a:solidFill>
                  <a:srgbClr val="FFFF00"/>
                </a:solidFill>
              </a:rPr>
              <a:t>Scalability &amp; Future Scope</a:t>
            </a:r>
            <a:r>
              <a:rPr lang="en-US" sz="3600" b="1" u="sng" dirty="0">
                <a:solidFill>
                  <a:srgbClr val="FFFF00"/>
                </a:solidFill>
              </a:rPr>
              <a:t>:</a:t>
            </a:r>
            <a:endParaRPr sz="3600" b="1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63236" y="2747665"/>
            <a:ext cx="457599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 dirty="0">
                <a:solidFill>
                  <a:srgbClr val="FFFF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468</Words>
  <Application>Microsoft Office PowerPoint</Application>
  <PresentationFormat>On-screen Show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Castellar</vt:lpstr>
      <vt:lpstr>Garamond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Dipak Pawar</dc:creator>
  <cp:keywords/>
  <dc:description>generated using python-pptx</dc:description>
  <cp:lastModifiedBy>Prem Shinde</cp:lastModifiedBy>
  <cp:revision>3</cp:revision>
  <dcterms:created xsi:type="dcterms:W3CDTF">2013-01-27T09:14:16Z</dcterms:created>
  <dcterms:modified xsi:type="dcterms:W3CDTF">2026-03-11T05:15:17Z</dcterms:modified>
  <cp:category/>
</cp:coreProperties>
</file>